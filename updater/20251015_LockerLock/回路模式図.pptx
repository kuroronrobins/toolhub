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>
        <p:scale>
          <a:sx n="112" d="100"/>
          <a:sy n="112" d="100"/>
        </p:scale>
        <p:origin x="909" y="3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7FA6413-6859-9CC1-D0D5-6CB179F318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3478E6A3-2951-EF4C-1E29-DC23E7E696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A0EAAAB-2161-A5E5-3DA8-48A5C31FB9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EEFAA-C64A-4A99-AE1C-CC01CAD543AE}" type="datetimeFigureOut">
              <a:rPr kumimoji="1" lang="ja-JP" altLang="en-US" smtClean="0"/>
              <a:t>2025/10/5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3185715-B799-6B8F-BD57-F517573F7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860B8BE-5A55-EF47-7D81-E809A1E03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C7DA7-9CAB-478D-BB7E-838E4C94DAF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598073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82C8448-EC0D-0300-61F9-D7FE95B6D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EF32183-8E89-24B1-9BAD-3CDF6A0AE0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D76E998-16CE-624E-8BA9-798826932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EEFAA-C64A-4A99-AE1C-CC01CAD543AE}" type="datetimeFigureOut">
              <a:rPr kumimoji="1" lang="ja-JP" altLang="en-US" smtClean="0"/>
              <a:t>2025/10/5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8C14115-5932-F919-6576-ED7657125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09D8300-86C4-CB30-89C3-843CDD4D7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C7DA7-9CAB-478D-BB7E-838E4C94DAF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26085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DEB52EF-34E3-A992-F342-4DE8E151D5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A1A3183-3FF8-7CF9-96DB-F181DEF265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EA464E1-490F-4FE9-5AA6-C27235643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EEFAA-C64A-4A99-AE1C-CC01CAD543AE}" type="datetimeFigureOut">
              <a:rPr kumimoji="1" lang="ja-JP" altLang="en-US" smtClean="0"/>
              <a:t>2025/10/5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6D97298-C3D4-FC1B-D829-94754209A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68945F7-6CB2-F4EB-D7A4-C7B42CAD3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C7DA7-9CAB-478D-BB7E-838E4C94DAF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642366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73C5C3E-3971-7E75-5D07-E96FA4E7D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4516D83-D745-9FED-A314-FF64D0E6C2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FD7C1B2-9F62-E042-FD4C-0FEE612AF4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D0F2DE8-45BA-4EBD-FCE4-3AD3942C1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EEFAA-C64A-4A99-AE1C-CC01CAD543AE}" type="datetimeFigureOut">
              <a:rPr kumimoji="1" lang="ja-JP" altLang="en-US" smtClean="0"/>
              <a:t>2025/10/5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621D72F-DDEC-D2F3-599A-4D39B70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294F24D-2517-34EE-804F-B0D10A090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C7DA7-9CAB-478D-BB7E-838E4C94DAF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869712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30E92CC-7851-CFC3-F0FE-D01BE4F74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EA92458-B8EB-0A56-9B24-E174C9D665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197D3C3-4484-7204-5D7C-3A2A011419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7AAC6348-F98B-8265-EAD5-DD1127655A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80A2450E-B98A-DCF5-174C-D8434EC9EC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84832639-9CA4-5DF6-EC1E-92FEF72DC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EEFAA-C64A-4A99-AE1C-CC01CAD543AE}" type="datetimeFigureOut">
              <a:rPr kumimoji="1" lang="ja-JP" altLang="en-US" smtClean="0"/>
              <a:t>2025/10/5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2032027E-D55A-D709-B63B-758B9AB92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D333A970-E405-62AC-46BD-81571579E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C7DA7-9CAB-478D-BB7E-838E4C94DAF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866120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9B6C72F-9A40-25EE-9062-78DB4FD6C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123F0121-E92D-1888-92DD-53B1B2F04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EEFAA-C64A-4A99-AE1C-CC01CAD543AE}" type="datetimeFigureOut">
              <a:rPr kumimoji="1" lang="ja-JP" altLang="en-US" smtClean="0"/>
              <a:t>2025/10/5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B0FE87B7-B90D-CEA8-8D4C-E729F757B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8C46615-E191-27C3-1B54-18738491C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C7DA7-9CAB-478D-BB7E-838E4C94DAF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954273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3404EC77-AAB0-D7BF-28E2-A1B1C2565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EEFAA-C64A-4A99-AE1C-CC01CAD543AE}" type="datetimeFigureOut">
              <a:rPr kumimoji="1" lang="ja-JP" altLang="en-US" smtClean="0"/>
              <a:t>2025/10/5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451A9B9-EB2D-BB0B-C475-D052BFC0B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CC6E1DE-9DEB-DBFE-BFA5-5C94E36C5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C7DA7-9CAB-478D-BB7E-838E4C94DAF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356533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E026B76-9463-074A-D9FA-55ED5BCFC6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B149955-425A-62F2-69A2-BBE1E9124A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9B988B7-C54F-F437-9136-314B72136B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7376715-76EF-A939-3C2D-D8F9D1F44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EEFAA-C64A-4A99-AE1C-CC01CAD543AE}" type="datetimeFigureOut">
              <a:rPr kumimoji="1" lang="ja-JP" altLang="en-US" smtClean="0"/>
              <a:t>2025/10/5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F963B81-4CD6-33F6-BF6C-B8D4070F0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07C0A0A-834F-2962-0A9D-FAFC8D103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C7DA7-9CAB-478D-BB7E-838E4C94DAF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444096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A1D7E9E-BC59-8664-ED1E-DE7DD874D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11E127D6-B2CE-E1A3-A254-6C705CA805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37024A4-9B8A-9391-25FF-B227FBD547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74AD4F6-F25C-9478-AE79-B8FAA3FEF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EEFAA-C64A-4A99-AE1C-CC01CAD543AE}" type="datetimeFigureOut">
              <a:rPr kumimoji="1" lang="ja-JP" altLang="en-US" smtClean="0"/>
              <a:t>2025/10/5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1E951C1-8736-37D7-D8F9-55B34EC7A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C61846B-66F8-A5CE-D0F9-A89B3BFF8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C7DA7-9CAB-478D-BB7E-838E4C94DAF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06742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A110CCD-5850-606A-31C5-EA64BDF3D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7805360-6B2D-261D-CED4-1329811695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B57EC22-7E27-E1C6-5940-F6CEEEDB39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EEFAA-C64A-4A99-AE1C-CC01CAD543AE}" type="datetimeFigureOut">
              <a:rPr kumimoji="1" lang="ja-JP" altLang="en-US" smtClean="0"/>
              <a:t>2025/10/5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F836802-527C-AF31-74F8-59588EEC5E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E0B3A3A-6104-0D37-CD57-6CB62948B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C7DA7-9CAB-478D-BB7E-838E4C94DAF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5624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F1D8B7A5-0425-55C1-83AD-6D4FF9EBD7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9F38ECA-ED60-C460-1420-2C8CBC4A10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CCB5F50-A29D-EBA7-0322-789C85300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EEFAA-C64A-4A99-AE1C-CC01CAD543AE}" type="datetimeFigureOut">
              <a:rPr kumimoji="1" lang="ja-JP" altLang="en-US" smtClean="0"/>
              <a:t>2025/10/5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E023E1D-93A0-86A8-D5F4-34366FF3E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E3D3550-AC65-EB07-EE3E-B73E78835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C7DA7-9CAB-478D-BB7E-838E4C94DAF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838345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39A50922-4AB0-F523-495D-578B7E3D8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EF8589B-6EEA-7D65-9FC5-5BC01F5C11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EBF4EE7-80C2-C68E-BF08-CD40F5C43F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4EEFAA-C64A-4A99-AE1C-CC01CAD543AE}" type="datetimeFigureOut">
              <a:rPr kumimoji="1" lang="ja-JP" altLang="en-US" smtClean="0"/>
              <a:t>2025/10/5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CB43C78-02B7-C605-2B4A-6255D9FC85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FB72F62-2673-3E8F-BB22-F236EE549F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5C7DA7-9CAB-478D-BB7E-838E4C94DAF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22218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D1A83B26-2F55-1FAB-A6B5-1BCCE31F2762}"/>
              </a:ext>
            </a:extLst>
          </p:cNvPr>
          <p:cNvSpPr/>
          <p:nvPr/>
        </p:nvSpPr>
        <p:spPr>
          <a:xfrm>
            <a:off x="4831773" y="2691245"/>
            <a:ext cx="2296391" cy="180282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 err="1"/>
              <a:t>Xiaoduino</a:t>
            </a:r>
            <a:endParaRPr kumimoji="1" lang="ja-JP" altLang="en-US" dirty="0"/>
          </a:p>
        </p:txBody>
      </p:sp>
      <p:cxnSp>
        <p:nvCxnSpPr>
          <p:cNvPr id="5" name="直線矢印コネクタ 4">
            <a:extLst>
              <a:ext uri="{FF2B5EF4-FFF2-40B4-BE49-F238E27FC236}">
                <a16:creationId xmlns:a16="http://schemas.microsoft.com/office/drawing/2014/main" id="{2AE3ADC4-1B99-B12A-0E9E-4E19A74A3CA1}"/>
              </a:ext>
            </a:extLst>
          </p:cNvPr>
          <p:cNvCxnSpPr>
            <a:cxnSpLocks/>
            <a:endCxn id="4" idx="0"/>
          </p:cNvCxnSpPr>
          <p:nvPr/>
        </p:nvCxnSpPr>
        <p:spPr>
          <a:xfrm>
            <a:off x="5922818" y="1782041"/>
            <a:ext cx="57151" cy="909204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F358E211-0AE7-51BB-D255-6B8F4EF14334}"/>
              </a:ext>
            </a:extLst>
          </p:cNvPr>
          <p:cNvSpPr txBox="1"/>
          <p:nvPr/>
        </p:nvSpPr>
        <p:spPr>
          <a:xfrm>
            <a:off x="5959189" y="1985301"/>
            <a:ext cx="666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I2C</a:t>
            </a:r>
            <a:endParaRPr kumimoji="1" lang="ja-JP" altLang="en-US" sz="18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0FD4117A-720C-3B9F-F019-BE9A8E2B15CE}"/>
              </a:ext>
            </a:extLst>
          </p:cNvPr>
          <p:cNvSpPr/>
          <p:nvPr/>
        </p:nvSpPr>
        <p:spPr>
          <a:xfrm>
            <a:off x="5292438" y="739486"/>
            <a:ext cx="1333500" cy="10477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Felica </a:t>
            </a:r>
            <a:r>
              <a:rPr kumimoji="1" lang="en-US" altLang="ja-JP" dirty="0" err="1"/>
              <a:t>rader</a:t>
            </a:r>
            <a:endParaRPr kumimoji="1" lang="ja-JP" altLang="en-US" dirty="0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AC91D51D-D317-29EB-1744-8540EBF137E6}"/>
              </a:ext>
            </a:extLst>
          </p:cNvPr>
          <p:cNvSpPr/>
          <p:nvPr/>
        </p:nvSpPr>
        <p:spPr>
          <a:xfrm>
            <a:off x="495300" y="2786495"/>
            <a:ext cx="1421823" cy="10477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ソレノイド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061FB47B-360C-AEDD-102A-AB97196CB0AB}"/>
              </a:ext>
            </a:extLst>
          </p:cNvPr>
          <p:cNvSpPr/>
          <p:nvPr/>
        </p:nvSpPr>
        <p:spPr>
          <a:xfrm>
            <a:off x="2391642" y="2786495"/>
            <a:ext cx="1577686" cy="10477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モータードライバー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BFA03D6F-39E9-ADF2-D204-4EBCFF675F05}"/>
              </a:ext>
            </a:extLst>
          </p:cNvPr>
          <p:cNvSpPr/>
          <p:nvPr/>
        </p:nvSpPr>
        <p:spPr>
          <a:xfrm>
            <a:off x="4728731" y="5677766"/>
            <a:ext cx="2460914" cy="88149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リチウムイオン</a:t>
            </a:r>
            <a:r>
              <a:rPr lang="ja-JP" altLang="en-US" dirty="0"/>
              <a:t>ポリマーバッテリー</a:t>
            </a:r>
            <a:endParaRPr kumimoji="1" lang="en-US" altLang="ja-JP" dirty="0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67012381-EAA7-1722-4391-10CEEB05156B}"/>
              </a:ext>
            </a:extLst>
          </p:cNvPr>
          <p:cNvSpPr/>
          <p:nvPr/>
        </p:nvSpPr>
        <p:spPr>
          <a:xfrm>
            <a:off x="8600209" y="2691245"/>
            <a:ext cx="2296391" cy="180282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フォトセンサー</a:t>
            </a:r>
          </a:p>
        </p:txBody>
      </p:sp>
      <p:cxnSp>
        <p:nvCxnSpPr>
          <p:cNvPr id="17" name="直線矢印コネクタ 16">
            <a:extLst>
              <a:ext uri="{FF2B5EF4-FFF2-40B4-BE49-F238E27FC236}">
                <a16:creationId xmlns:a16="http://schemas.microsoft.com/office/drawing/2014/main" id="{89862069-4F64-8FEE-DF57-2728C662FBF4}"/>
              </a:ext>
            </a:extLst>
          </p:cNvPr>
          <p:cNvCxnSpPr>
            <a:cxnSpLocks/>
            <a:stCxn id="4" idx="3"/>
            <a:endCxn id="16" idx="1"/>
          </p:cNvCxnSpPr>
          <p:nvPr/>
        </p:nvCxnSpPr>
        <p:spPr>
          <a:xfrm>
            <a:off x="7128164" y="3592657"/>
            <a:ext cx="1472045" cy="0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直線矢印コネクタ 23">
            <a:extLst>
              <a:ext uri="{FF2B5EF4-FFF2-40B4-BE49-F238E27FC236}">
                <a16:creationId xmlns:a16="http://schemas.microsoft.com/office/drawing/2014/main" id="{4BAB30ED-1637-AC8D-5BC4-F034215613F2}"/>
              </a:ext>
            </a:extLst>
          </p:cNvPr>
          <p:cNvCxnSpPr>
            <a:cxnSpLocks/>
            <a:stCxn id="14" idx="3"/>
          </p:cNvCxnSpPr>
          <p:nvPr/>
        </p:nvCxnSpPr>
        <p:spPr>
          <a:xfrm flipV="1">
            <a:off x="3969328" y="3258642"/>
            <a:ext cx="862445" cy="51728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直線矢印コネクタ 27">
            <a:extLst>
              <a:ext uri="{FF2B5EF4-FFF2-40B4-BE49-F238E27FC236}">
                <a16:creationId xmlns:a16="http://schemas.microsoft.com/office/drawing/2014/main" id="{A356BB7A-8AC4-4015-C9BC-9A8740127F87}"/>
              </a:ext>
            </a:extLst>
          </p:cNvPr>
          <p:cNvCxnSpPr>
            <a:cxnSpLocks/>
            <a:stCxn id="13" idx="3"/>
            <a:endCxn id="14" idx="1"/>
          </p:cNvCxnSpPr>
          <p:nvPr/>
        </p:nvCxnSpPr>
        <p:spPr>
          <a:xfrm>
            <a:off x="1917123" y="3310370"/>
            <a:ext cx="474519" cy="0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直線矢印コネクタ 32">
            <a:extLst>
              <a:ext uri="{FF2B5EF4-FFF2-40B4-BE49-F238E27FC236}">
                <a16:creationId xmlns:a16="http://schemas.microsoft.com/office/drawing/2014/main" id="{6D3B29A4-C3AF-0247-CCB6-BDCD118105AF}"/>
              </a:ext>
            </a:extLst>
          </p:cNvPr>
          <p:cNvCxnSpPr>
            <a:cxnSpLocks/>
            <a:stCxn id="4" idx="2"/>
            <a:endCxn id="15" idx="0"/>
          </p:cNvCxnSpPr>
          <p:nvPr/>
        </p:nvCxnSpPr>
        <p:spPr>
          <a:xfrm flipH="1">
            <a:off x="5959188" y="4494069"/>
            <a:ext cx="20781" cy="1183697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195E1A4B-5D61-2468-D7ED-B700C42991E4}"/>
              </a:ext>
            </a:extLst>
          </p:cNvPr>
          <p:cNvSpPr/>
          <p:nvPr/>
        </p:nvSpPr>
        <p:spPr>
          <a:xfrm>
            <a:off x="4639675" y="4727643"/>
            <a:ext cx="2912649" cy="81417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一定起動マネージャー＆</a:t>
            </a:r>
            <a:r>
              <a:rPr lang="en-US" altLang="ja-JP" dirty="0"/>
              <a:t>DC-DC</a:t>
            </a:r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577E503D-9A98-F019-69D9-1F3081D64F42}"/>
              </a:ext>
            </a:extLst>
          </p:cNvPr>
          <p:cNvSpPr/>
          <p:nvPr/>
        </p:nvSpPr>
        <p:spPr>
          <a:xfrm>
            <a:off x="8218448" y="4884162"/>
            <a:ext cx="2912649" cy="40351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タクトスイッチ</a:t>
            </a:r>
            <a:endParaRPr lang="en-US" altLang="ja-JP" dirty="0"/>
          </a:p>
        </p:txBody>
      </p:sp>
      <p:cxnSp>
        <p:nvCxnSpPr>
          <p:cNvPr id="39" name="直線矢印コネクタ 38">
            <a:extLst>
              <a:ext uri="{FF2B5EF4-FFF2-40B4-BE49-F238E27FC236}">
                <a16:creationId xmlns:a16="http://schemas.microsoft.com/office/drawing/2014/main" id="{F86D000E-2898-D192-C025-0075F5F0F51B}"/>
              </a:ext>
            </a:extLst>
          </p:cNvPr>
          <p:cNvCxnSpPr>
            <a:cxnSpLocks/>
            <a:stCxn id="37" idx="3"/>
            <a:endCxn id="38" idx="1"/>
          </p:cNvCxnSpPr>
          <p:nvPr/>
        </p:nvCxnSpPr>
        <p:spPr>
          <a:xfrm flipV="1">
            <a:off x="7552324" y="5085917"/>
            <a:ext cx="666124" cy="48814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直線矢印コネクタ 45">
            <a:extLst>
              <a:ext uri="{FF2B5EF4-FFF2-40B4-BE49-F238E27FC236}">
                <a16:creationId xmlns:a16="http://schemas.microsoft.com/office/drawing/2014/main" id="{CD526C0F-31B4-6267-98CE-B46E72231485}"/>
              </a:ext>
            </a:extLst>
          </p:cNvPr>
          <p:cNvCxnSpPr>
            <a:cxnSpLocks/>
          </p:cNvCxnSpPr>
          <p:nvPr/>
        </p:nvCxnSpPr>
        <p:spPr>
          <a:xfrm flipH="1">
            <a:off x="6610349" y="1807907"/>
            <a:ext cx="1737014" cy="879442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D3F81951-EFB8-1456-CC2B-EA41CD5BCCB0}"/>
              </a:ext>
            </a:extLst>
          </p:cNvPr>
          <p:cNvSpPr/>
          <p:nvPr/>
        </p:nvSpPr>
        <p:spPr>
          <a:xfrm>
            <a:off x="7716983" y="765352"/>
            <a:ext cx="1333500" cy="10477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ブザー</a:t>
            </a:r>
          </a:p>
        </p:txBody>
      </p:sp>
      <p:cxnSp>
        <p:nvCxnSpPr>
          <p:cNvPr id="50" name="直線矢印コネクタ 49">
            <a:extLst>
              <a:ext uri="{FF2B5EF4-FFF2-40B4-BE49-F238E27FC236}">
                <a16:creationId xmlns:a16="http://schemas.microsoft.com/office/drawing/2014/main" id="{5482D31D-7174-A4C9-545F-84CC1F6347FC}"/>
              </a:ext>
            </a:extLst>
          </p:cNvPr>
          <p:cNvCxnSpPr>
            <a:cxnSpLocks/>
          </p:cNvCxnSpPr>
          <p:nvPr/>
        </p:nvCxnSpPr>
        <p:spPr>
          <a:xfrm flipV="1">
            <a:off x="2926787" y="3834245"/>
            <a:ext cx="1904986" cy="1740089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正方形/長方形 50">
            <a:extLst>
              <a:ext uri="{FF2B5EF4-FFF2-40B4-BE49-F238E27FC236}">
                <a16:creationId xmlns:a16="http://schemas.microsoft.com/office/drawing/2014/main" id="{73072C22-C3ED-5F4E-3C91-584B6B822AAC}"/>
              </a:ext>
            </a:extLst>
          </p:cNvPr>
          <p:cNvSpPr/>
          <p:nvPr/>
        </p:nvSpPr>
        <p:spPr>
          <a:xfrm>
            <a:off x="1441741" y="5050460"/>
            <a:ext cx="1333500" cy="10477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設定書き込み端子（）</a:t>
            </a:r>
          </a:p>
        </p:txBody>
      </p:sp>
    </p:spTree>
    <p:extLst>
      <p:ext uri="{BB962C8B-B14F-4D97-AF65-F5344CB8AC3E}">
        <p14:creationId xmlns:p14="http://schemas.microsoft.com/office/powerpoint/2010/main" val="27412487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1393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20</Words>
  <Application>Microsoft Office PowerPoint</Application>
  <PresentationFormat>ワイド画面</PresentationFormat>
  <Paragraphs>11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6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</vt:vector>
  </TitlesOfParts>
  <Company>terumo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Kurokawa Kouki</dc:creator>
  <cp:lastModifiedBy>Kurokawa Kouki</cp:lastModifiedBy>
  <cp:revision>2</cp:revision>
  <dcterms:created xsi:type="dcterms:W3CDTF">2025-10-05T14:17:13Z</dcterms:created>
  <dcterms:modified xsi:type="dcterms:W3CDTF">2025-10-05T15:17:01Z</dcterms:modified>
</cp:coreProperties>
</file>